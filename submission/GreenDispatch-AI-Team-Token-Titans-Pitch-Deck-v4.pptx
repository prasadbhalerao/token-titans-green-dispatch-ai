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77d087a62e48a6" /><Relationship Type="http://schemas.openxmlformats.org/officeDocument/2006/relationships/extended-properties" Target="/docProps/app.xml" Id="R3d519a0be2ad42e5" /><Relationship Type="http://schemas.openxmlformats.org/officeDocument/2006/relationships/officeDocument" Target="/ppt/presentation.xml" Id="R71cb1b5bd00142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ff4a1d2ca94fec"/>
  </p:sldMasterIdLst>
  <p:notesMasterIdLst>
    <p:notesMasterId xmlns:r="http://schemas.openxmlformats.org/officeDocument/2006/relationships" r:id="R5aa132a8a5204da8"/>
  </p:notesMasterIdLst>
  <p:sldIdLst>
    <p:sldId xmlns:r="http://schemas.openxmlformats.org/officeDocument/2006/relationships" id="256" r:id="R87df7ad3a78b4c46"/>
    <p:sldId xmlns:r="http://schemas.openxmlformats.org/officeDocument/2006/relationships" id="257" r:id="Rca2675e513d34ed7"/>
    <p:sldId xmlns:r="http://schemas.openxmlformats.org/officeDocument/2006/relationships" id="258" r:id="R95de87411b2b4136"/>
    <p:sldId xmlns:r="http://schemas.openxmlformats.org/officeDocument/2006/relationships" id="259" r:id="R77cf25bc8b914cd5"/>
    <p:sldId xmlns:r="http://schemas.openxmlformats.org/officeDocument/2006/relationships" id="260" r:id="R537c5deba2a441e7"/>
    <p:sldId xmlns:r="http://schemas.openxmlformats.org/officeDocument/2006/relationships" id="261" r:id="R8c47f1cf9682471f"/>
    <p:sldId xmlns:r="http://schemas.openxmlformats.org/officeDocument/2006/relationships" id="262" r:id="R3ac9c62c08f04eb4"/>
    <p:sldId xmlns:r="http://schemas.openxmlformats.org/officeDocument/2006/relationships" id="263" r:id="R5e5038c5127b4ca3"/>
    <p:sldId xmlns:r="http://schemas.openxmlformats.org/officeDocument/2006/relationships" id="264" r:id="R1cf18dc96d094859"/>
    <p:sldId xmlns:r="http://schemas.openxmlformats.org/officeDocument/2006/relationships" id="265" r:id="R354174f91d0f43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3ca7174281443f" /><Relationship Type="http://schemas.openxmlformats.org/officeDocument/2006/relationships/slideMaster" Target="/ppt/slideMasters/slideMaster1.xml" Id="R62ff4a1d2ca94fec" /><Relationship Type="http://schemas.openxmlformats.org/officeDocument/2006/relationships/notesMaster" Target="/ppt/notesMasters/notesMaster1.xml" Id="R5aa132a8a5204da8" /><Relationship Type="http://schemas.openxmlformats.org/officeDocument/2006/relationships/presProps" Target="/ppt/presProps.xml" Id="R6c82acce731f4c5f" /><Relationship Type="http://schemas.openxmlformats.org/officeDocument/2006/relationships/tableStyles" Target="/ppt/tableStyles.xml" Id="R022b62e4efda4db0" /><Relationship Type="http://schemas.openxmlformats.org/officeDocument/2006/relationships/slide" Target="/ppt/slides/slide1.xml" Id="R87df7ad3a78b4c46" /><Relationship Type="http://schemas.openxmlformats.org/officeDocument/2006/relationships/slide" Target="/ppt/slides/slide2.xml" Id="Rca2675e513d34ed7" /><Relationship Type="http://schemas.openxmlformats.org/officeDocument/2006/relationships/slide" Target="/ppt/slides/slide3.xml" Id="R95de87411b2b4136" /><Relationship Type="http://schemas.openxmlformats.org/officeDocument/2006/relationships/slide" Target="/ppt/slides/slide4.xml" Id="R77cf25bc8b914cd5" /><Relationship Type="http://schemas.openxmlformats.org/officeDocument/2006/relationships/slide" Target="/ppt/slides/slide5.xml" Id="R537c5deba2a441e7" /><Relationship Type="http://schemas.openxmlformats.org/officeDocument/2006/relationships/slide" Target="/ppt/slides/slide6.xml" Id="R8c47f1cf9682471f" /><Relationship Type="http://schemas.openxmlformats.org/officeDocument/2006/relationships/slide" Target="/ppt/slides/slide7.xml" Id="R3ac9c62c08f04eb4" /><Relationship Type="http://schemas.openxmlformats.org/officeDocument/2006/relationships/slide" Target="/ppt/slides/slide8.xml" Id="R5e5038c5127b4ca3" /><Relationship Type="http://schemas.openxmlformats.org/officeDocument/2006/relationships/slide" Target="/ppt/slides/slide9.xml" Id="R1cf18dc96d094859" /><Relationship Type="http://schemas.openxmlformats.org/officeDocument/2006/relationships/slide" Target="/ppt/slides/slide10.xml" Id="R354174f91d0f43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5939eebe9e4d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9747b8e6dc4fe6" /><Relationship Type="http://schemas.openxmlformats.org/officeDocument/2006/relationships/notesMaster" Target="/ppt/notesMasters/notesMaster1.xml" Id="R594c9e65f1d442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91c30bd6804c84" /><Relationship Type="http://schemas.openxmlformats.org/officeDocument/2006/relationships/notesMaster" Target="/ppt/notesMasters/notesMaster1.xml" Id="Rb3a4e61206f645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77b45711734bb6" /><Relationship Type="http://schemas.openxmlformats.org/officeDocument/2006/relationships/notesMaster" Target="/ppt/notesMasters/notesMaster1.xml" Id="R513ed7ef489a4f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ea00042a174035" /><Relationship Type="http://schemas.openxmlformats.org/officeDocument/2006/relationships/notesMaster" Target="/ppt/notesMasters/notesMaster1.xml" Id="R38118a63fd2541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26f8dc729940a8" /><Relationship Type="http://schemas.openxmlformats.org/officeDocument/2006/relationships/notesMaster" Target="/ppt/notesMasters/notesMaster1.xml" Id="Rd1572f2ba39545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ef6494ff0d41fe" /><Relationship Type="http://schemas.openxmlformats.org/officeDocument/2006/relationships/notesMaster" Target="/ppt/notesMasters/notesMaster1.xml" Id="R406146c911404c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53f16bfeda44f7" /><Relationship Type="http://schemas.openxmlformats.org/officeDocument/2006/relationships/notesMaster" Target="/ppt/notesMasters/notesMaster1.xml" Id="Rc6d4e76cea2b4f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2d456baaa9464e" /><Relationship Type="http://schemas.openxmlformats.org/officeDocument/2006/relationships/notesMaster" Target="/ppt/notesMasters/notesMaster1.xml" Id="R7d914e4c0bdb4f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d6611351404d64" /><Relationship Type="http://schemas.openxmlformats.org/officeDocument/2006/relationships/notesMaster" Target="/ppt/notesMasters/notesMaster1.xml" Id="Rb16dffaa757b4d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5bea097fe04d82" /><Relationship Type="http://schemas.openxmlformats.org/officeDocument/2006/relationships/notesMaster" Target="/ppt/notesMasters/notesMaster1.xml" Id="R9c3f6296b09f44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Cover image generated with ImageGen for this project; no external customer data or logos.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Problem framing follows the hackathon brief and implementation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Hybrid OpenAI behavior is implemented in src/agents/llm_optimizer.py and src/agents/orchestrator.py.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Metrics computed from data/greendispatch-ai-dataset/plan_routes.csv and metrics_by_scenario.csv. Baseline: 190.82 km, 23.31 L, 62.14 kgCO2e, 113 idle minutes. Optimized: 137.22 km, 15.13 L, 43.64 kgCO2e, 39 idle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Agent responsibilities match docs/greendispatch-ai-implementation-plan.md and src/agents/*.py.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Hybrid execution documented in README.md and docs/assumptions.md. Reusable prompt: prompts/dispatch_optimizer_prompt.md.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Demo flow follows submission/demo-storyboard.md.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Data and governance points from README.md, docs/assumptions.md, and docs/greendispatch-ai-spec.md.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Roadmap items reflect README limitations and implementation plan extension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Judging criteria from docs/hackathon-details.md.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44209965d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3fa32f3461456c" /><Relationship Type="http://schemas.openxmlformats.org/officeDocument/2006/relationships/slideLayout" Target="/ppt/slideLayouts/slideLayout1.xml" Id="Raad2acd0c1da49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d2acd0c1da49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6235dc16c4671" /><Relationship Type="http://schemas.openxmlformats.org/officeDocument/2006/relationships/image" Target="/ppt/media/image.png" Id="R1b8fb786f7374c9f" /><Relationship Type="http://schemas.openxmlformats.org/officeDocument/2006/relationships/notesSlide" Target="/ppt/notesSlides/notesSlide1.xml" Id="Rd8e16f0ac6fe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0eb01150d4637" /><Relationship Type="http://schemas.openxmlformats.org/officeDocument/2006/relationships/notesSlide" Target="/ppt/notesSlides/notesSlide2.xml" Id="Rb81fe7b38f7b42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508454b924167" /><Relationship Type="http://schemas.openxmlformats.org/officeDocument/2006/relationships/notesSlide" Target="/ppt/notesSlides/notesSlide3.xml" Id="Rbf5679268abe41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ed745fbb94688" /><Relationship Type="http://schemas.openxmlformats.org/officeDocument/2006/relationships/chart" Target="/ppt/slides/charts/chart1.xml" Id="R00f81811170e4d97" /><Relationship Type="http://schemas.openxmlformats.org/officeDocument/2006/relationships/notesSlide" Target="/ppt/notesSlides/notesSlide4.xml" Id="R74fc086c876d45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b7ea4ebae4153" /><Relationship Type="http://schemas.openxmlformats.org/officeDocument/2006/relationships/notesSlide" Target="/ppt/notesSlides/notesSlide5.xml" Id="R87552bab382f40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2f851df34475f" /><Relationship Type="http://schemas.openxmlformats.org/officeDocument/2006/relationships/notesSlide" Target="/ppt/notesSlides/notesSlide6.xml" Id="Re65b7f0c1b1b44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1690307c5427d" /><Relationship Type="http://schemas.openxmlformats.org/officeDocument/2006/relationships/notesSlide" Target="/ppt/notesSlides/notesSlide7.xml" Id="R8dae8589bec146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00274403d49dc" /><Relationship Type="http://schemas.openxmlformats.org/officeDocument/2006/relationships/notesSlide" Target="/ppt/notesSlides/notesSlide8.xml" Id="R3046c3c201ce4c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0e4efc0e340a3" /><Relationship Type="http://schemas.openxmlformats.org/officeDocument/2006/relationships/notesSlide" Target="/ppt/notesSlides/notesSlide9.xml" Id="R83237d4584d94d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bb980db3546f2" /><Relationship Type="http://schemas.openxmlformats.org/officeDocument/2006/relationships/notesSlide" Target="/ppt/notesSlides/notesSlide10.xml" Id="R1366109f4dd8477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Reduction</c:v>
          </c:tx>
          <c:spPr>
            <a:solidFill xmlns:a="http://schemas.openxmlformats.org/drawingml/2006/main">
              <a:srgbClr val="16A34A"/>
            </a:solidFill>
          </c:spPr>
          <c:cat>
            <c:strRef>
              <c:f>'Chart Data'!$A$2:$A$7</c:f>
              <c:strCache>
                <c:ptCount val="6"/>
                <c:pt idx="0">
                  <c:v>Trips</c:v>
                </c:pt>
                <c:pt idx="1">
                  <c:v>Distance</c:v>
                </c:pt>
                <c:pt idx="2">
                  <c:v>Fuel</c:v>
                </c:pt>
                <c:pt idx="3">
                  <c:v>CO2e</c:v>
                </c:pt>
                <c:pt idx="4">
                  <c:v>Idle time</c:v>
                </c:pt>
                <c:pt idx="5">
                  <c:v>Planning time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33.3</c:v>
                </c:pt>
                <c:pt idx="1">
                  <c:v>28.1</c:v>
                </c:pt>
                <c:pt idx="2">
                  <c:v>35.1</c:v>
                </c:pt>
                <c:pt idx="3">
                  <c:v>29.8</c:v>
                </c:pt>
                <c:pt idx="4">
                  <c:v>65.5</c:v>
                </c:pt>
                <c:pt idx="5">
                  <c:v>84.4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52E1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fb786f7374c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C6256-1E7C-436E-B1AD-FCB99665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GreenDispatch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713F4-8E6D-4FD9-AA1B-B4B9651A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Agentic Carbon-Aware Scheduling &amp; Dispatch Optimizer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0D9F2-5689-4884-A028-3C10890A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CFD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CFDF5"/>
                </a:solidFill>
                <a:latin typeface="Arial"/>
                <a:ea typeface="Arial"/>
                <a:cs typeface="Arial"/>
              </a:rPr>
              <a:t>Optimize every dispatch for operations, cost, and carbon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6397F-CF33-44E5-8254-086188B7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0002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74138-4464-42E9-855A-A60AAACA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Team Token Titans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28E71-826A-485A-ACF1-24E637E9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2333625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FDE6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6EC5D-9210-4338-8B6F-AE638AE1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576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835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Prompt, Plan, Preserve</a:t>
            </a:r>
          </a:p>
        </p:txBody>
      </p:sp>
    </p:spTree>
    <p:extLst>
      <p:ext uri="{BB962C8B-B14F-4D97-AF65-F5344CB8AC3E}">
        <p14:creationId xmlns:p14="http://schemas.microsoft.com/office/powerpoint/2010/main" val="571238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FFAC7-666A-49E7-ACF9-7B153189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Dispatch decisions hide carbon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14A60-0B83-4DD3-9865-14C1F6BF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Operations teams optimize availability and time while sustainability teams measure emissions after the fact.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DDEA5-3DFF-42C5-918A-4DB791E3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D93DA-BA74-4F2F-AD70-703A21E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4E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4E3B"/>
                </a:solidFill>
                <a:latin typeface="Arial"/>
                <a:ea typeface="Arial"/>
                <a:cs typeface="Arial"/>
              </a:rPr>
              <a:t>Problem worth solving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65524-249F-454A-8291-63FBAB8D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51F8C-B578-42C7-9CC0-409E6D0E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DD863-D0BE-4799-B191-7104E4F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Operational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8BFF0-4CE2-4289-B9FC-F8995F45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Manual planning creates extra trips and duplicated stops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Idle time and partial loads raise avoidable cost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Disruption response depends on planner intuition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8260E-A164-49E9-8C59-7E4FA3C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59238-9089-4BC1-85D4-DC3D4E78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89F1A-39D4-4E54-ADA2-8A9AAF1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Sustainability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136E5-FF64-4AF7-891E-01C2F5DD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CO2e impact appears after execution, not before approval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Fleet assumptions sit across spreadsheets and reports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Teams lack a traceable baseline for each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71368-D6A5-48A7-8525-E7F3AB3E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47531-B00F-4285-90D0-7F5391F0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85CB5-03D2-42EE-BE8F-ED997D87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Who feels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52120-31B1-45FC-96FE-64968DFA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Dispatch planners need feasible plans quickly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Fleet managers need better utilization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Sustainability teams need auditable impact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AB6A1-D9BA-475F-98E3-6D30D349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AA323-1F16-489A-AB03-0F5CE76E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6516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7253F-8406-4041-B9B8-83AFAB0D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GreenDispatch AI makes carbon part of dispatch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F4681-E70E-4127-87B0-20224F10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planner sees baseline, optimized, fuel-focused, distance-focused, and disruption-aware plans before approval.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944EE-016E-445D-AA19-EC9F091B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E7AF8-BF19-43CD-8DB7-A6B60BED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A1F72-7BD7-4EB4-8331-10056945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30536-B7A8-4D09-97FD-DCDE2AB0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Scenario input with editable jobs and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65FAB-6E6C-4DC2-A9E0-81C40DBF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C29F30-B6D8-4084-8357-8BCFD5A4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80834-3E0D-414E-9E5A-065FBC2B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8BF77-86FC-4DE9-BEB6-25346165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Agents evaluate demand, emissions, constraints, and alternatives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1D31B-CEDB-4131-AB2F-C5D14555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605BC-DD07-49A9-8821-DB85BD87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C3675-C3E6-4FF2-B986-BC8C3BD8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65597-0F8A-4860-8976-55B6E6C7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Dashboard compares plans using operational and CO2e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95A20-6B69-466C-B5FB-E05469DF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98063-D782-459D-BF0A-1D8472AA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4E365-0F7C-4CFC-86F7-A9F127B9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14412-25D3-418A-9DB7-B5F73151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Human planner approves or requests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AEE63-C253-4B6B-A8FC-AEC4B225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Core design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C0BD4-6469-49F3-9046-1452E2B7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LLM agents reason over candidate plans when an OpenAI key is present.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Deterministic tools calculate emissions, constraints, route metrics, and deltas.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If the key is missing or the API fails, the demo still runs with local agent logic.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0E5EA-E112-4ACF-817C-EEAF8255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716B2-59DD-40D8-A7E3-15EB983F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449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937C44-9F72-4471-A050-2616CB39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Measured dispatch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70D0D-F7D0-452F-9E07-05DC11C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Baseline versus agentic carbon-aware optimized scenario from the synthetic dataset.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42206-650B-4C3C-99C6-41C747FF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AF214-00E7-4873-B6AD-8B6F9B79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DD88C-5E4B-469C-9A92-41EA4243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A5B5A-371F-4DF8-8E74-CAB9E750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trips consolidated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1DA0A-1C52-4AE6-8FC5-3C708EF3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CD333-CBA8-4A11-9D60-50A0C474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7B6AC-C20F-4972-8906-DF51308D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53.60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FC2C9-156B-4A1B-BE26-5C2F15D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distance avoided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452BC-BAC3-4956-BEBA-7C01DCD7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7ACFA-1523-48C5-BC2B-7F50DF10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DB3EA-D4D0-479B-99AD-99D49238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8.18 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3BD1B-9B95-49E6-89E6-581F7A96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 saved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1D462-667C-4F76-A3F3-34FE273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794F7-B913-4C79-89FF-E60F50C8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27BF7-74A7-4B2B-94F8-5707B9FF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18.50 kg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62D2C7-6466-4CB1-B01C-D10AD422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CO2e avoided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6C7D6-1380-4679-9A94-E147CA18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17526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7C41F-1430-491B-8C23-2A52B408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CA5DB-FEE1-4C08-98DC-2DA7519F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097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74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F6DD6-BA73-4FF6-A197-7C58DF6A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050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idle time reduced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1143000" y="3257550"/>
          <a:ext xmlns:a="http://schemas.openxmlformats.org/drawingml/2006/main" cx="93345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f81811170e4d97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CD2FF-5411-4BD0-88F6-74B69945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Reduction percentage by metric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2D0400-D79E-4AA2-A617-BC119884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9816D-154A-459D-A7E5-C75D4ECB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85246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EDFE34-54A7-4327-BE78-509C55E8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Agentic workflow with auditable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18D3A-0614-4028-A93D-891EF533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system separates reasoning from calculations so judges can inspect every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E0531-D7E6-4BFF-8B8D-1A5C5394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71650"/>
            <a:ext cx="35433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52E16"/>
          </a:solidFill>
          <a:ln xmlns:a="http://schemas.openxmlformats.org/drawingml/2006/main" w="0">
            <a:solidFill>
              <a:srgbClr val="052E1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C533F-AEEF-4403-985A-95A14C9F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Orchestrator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B8A3E-949A-4219-824F-9042DF57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763E8-10EE-4BE0-85A9-3BF8BB6F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6BDCB-7D79-4F80-9969-1AA6F0D8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AA39C-30FD-4B25-9A54-ADB106C5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Demand and priority pressure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58CF1-62FC-47EB-A24A-31EACEF7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C2710-FAB3-4762-B2C1-B58D9CB6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86AA1-C590-4590-9805-DCDA91F2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Carbon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C0A2E-F1BD-4189-97F1-C90EEED8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Fuel, energy, CO2e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AA47F-A628-4B43-843A-5160EEAF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32610-4AF7-4BD8-9E82-A371EC5F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439C5-729C-4D0F-9A94-96400C4E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33CF7-425E-4A8A-B237-AF6910E3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Candidate route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D3C23-3954-4834-87EB-8EFB9068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09FB5-CB31-418A-AAE3-91AEBE67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CCE2E-3297-42CB-AE5C-20CC5655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EDDFB0-8623-4B8F-9482-F1947499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Capacity, SLA, availability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9AAC4-3898-49F7-8BC8-5B6BE8D9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A5C16-C55C-48D6-8D03-2D593FA4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28E7D-3C29-4BD6-A258-5DFC9D77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CDE54-7BE1-4331-BCEC-A91AD772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Disruption and replanning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0A2D2-46D2-4558-9C61-5CA62BCA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57800"/>
            <a:ext cx="80391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B378E-48D4-4DAC-A868-3A71943F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Deterministic calculators handle emissions, metrics, constraints, comparison, and plan persistence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8B2CF-FADE-4D02-9169-10DFB28A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F12C1-C979-4F01-B239-9122358B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83960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9BABD-595E-4963-B8FA-CE2F2CF8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Hybrid execution keeps the demo robust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21E66-4289-44E0-B56D-B8F1BAAD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Live LLM agents run when credentials exist; deterministic fallback keeps the app runnable for judges.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1110E-FD45-4400-9C52-1D81554D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659F5-7D68-4EBE-AEC1-A373542D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D2003-E5C5-4659-8A13-FD4BB527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Live OpenAI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19DA3-AB74-4234-ADF1-C305DF3E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629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Triggered from Run optimization when OPENAI_API_KEY is present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Reusable prompt evaluates jobs, vehicles, plans, metrics, and constraints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Dashboard records input, output, and total tokens from API usage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5056A-274F-4FD8-BD24-51EF8CFA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843DF-357C-49D0-8BFB-F8B921C9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B9BB3-E7E9-43AD-A32F-9C4E92C9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Fallback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E91BF-9A32-4A22-AFC4-3719FDF6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4629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Runs without private systems or external credentials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Keeps all emissions and constraint calculations local and testable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Reports zero actual LLM tokens and explains the fallback 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46604-8661-4269-A778-4D7E5882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84201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E4977-FE34-439E-B044-594CAFFD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35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The model reasons. The calculators prove.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B5A90-25D0-4515-A510-C93F0566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3165D-5D72-4EB5-A1AA-23F568EF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83719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5D452E-DCAE-4004-9D94-DBC84D47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demo shows the agent running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4C4FF-A26F-41DF-9483-788C57CB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3 to 5 minute walkthrough can cover baseline, optimization, trace, approval, disruption, and summary.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F110D-72A4-41F7-A3C0-33892526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4266B-5CAE-4CED-A1D0-72ED2DFE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B686C-AC6D-4DD4-808C-F74E75C7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FD95A-7E6B-4457-9459-AFD23963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85DC4-AFCC-43C1-8A67-2606645C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Show 6 manual-style routes and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182E1-B12A-4AC3-AD2B-9BD4F409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D5DC0-B85B-4CE9-AFA3-21D0356F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8285F-66C4-4E5D-9FED-2E810033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47F3-4B4E-4098-86E4-65F1D62D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AE3E4-FA4C-4284-B524-3120BEAC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Run selected scenario and compare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9CF29-A8F0-4534-82E1-8FBB0DF4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BFB70-68B9-4ACC-B9CC-8663A326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7BDE1-5ADC-4406-BB0F-035638C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AE7AB-07F6-49D7-8B80-9A6337CC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44815-F9D7-4DAD-814B-066016DF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Inspect each agent output and tool used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5882E-EDF6-4C9F-BE63-AA001D37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D2444-C002-44D1-966A-DA61D922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B566C-FF50-49B0-8953-E818B82A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775DA-437B-4EF3-AD76-DFE3CFD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37ECF-06C2-4198-8300-211C8208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Human planner approves or requests revision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D5E8E-0DE3-4B8A-839D-1C6C4312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CD0EE-1BD5-418D-A2CD-90179A4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7D6447-3B98-41C1-A3B6-E6C41A74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DFC72B-7286-4FF7-88C0-7E5BC930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Disruption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4EB64-FF30-4F03-806C-2CA7FAF2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Vehicle unavailable event triggers reoptimization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063321-2C98-479A-986D-EB720361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B2EAF-2A1A-493B-B6B6-3917FE29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50CB2F-195B-463E-9F39-DD9D5E5D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BA2BC-81DE-4721-A343-B32F5DCB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1064BA-1013-4EC0-9A6F-8F313881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Download decision summary and audit trail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FA0DF6-31D8-43BE-83A3-56317EB1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Judges see working software, not only slides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6A2B79-A925-4124-B167-18909154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596848-AFE9-44F7-81A6-445A601B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39590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397B7-5E33-4499-857F-2EA88758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Built for hackathon-safe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6754D-FD19-4FBC-83FE-E40A66FB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PoC keeps data synthetic, decisions auditable, and outputs inspectable.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C3D92-7CA0-44E1-A24B-7A6A67CC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64BC6-C93A-4483-8244-377F3C7E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904E5-AFBD-4D9D-A3D3-4AECBC87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Safe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2673C-DC83-4276-8A45-56F59E22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Synthetic jobs, vehicles, locations, emissions factors, and route plans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No customer code, confidential data, personal data, or client branding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Source dataset stays read-only during optimization 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C7738-7612-4943-B411-269F0A28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FB544-4161-4912-ACA7-AAE38524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A6CB0-9FE9-464C-82EF-E9C14CC5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406B7-940D-450D-8618-2F1CEE97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Every run writes structured JSON artifacts under outputs/runs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Agent trace records role, tool used, output, rationale, and status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Approval audit captures approve, reject, or revision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FED3C-8E56-423F-BDA1-37268C4E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7EA9E-5753-49F9-886C-092AF9D7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1276F-D286-45A9-93A5-562F5B38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AE600-D7A9-4A5E-99D4-E91709BA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Human approval required before final dispatch recommendation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Capacity, SLA, availability, priority, and disruption constraints are visible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Known limitations are declared in README and assumptions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9FF44-3718-4CA2-A1E4-2E0030A0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6C57D-8F06-4809-92CE-59A3B5F7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20876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0C8CB-6186-4A6C-91DA-F7526475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Roadmap from PoC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72109-B25F-46CA-9424-A8B2440C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current version proves the decision workflow; the next steps connect it to real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88E24-7276-45C5-8BAE-6036310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4F4CD-8667-497A-874F-075B7E39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B6671-DCD0-4C3C-8FA7-5C5FE9C5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Next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856F5-E4C6-4713-A5D0-46AF0F49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map-provider route distance refresh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Import telematics fuel and idle data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Save scenario versions for demo replay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DD202-0854-45D4-9622-A7F3EC79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BE3B5-9EE6-401D-971B-7A8FC6EE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9EE96-0725-40E5-BDF4-59DB0D8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F7F93-88C9-4BA5-A3AF-C8DBCD6B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Connect dispatch or field-service systems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OR-Tools route solving after heuristic workflow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Compare against real historical dispatch plans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2EA8E-4B13-45BC-8608-2EC6454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8772A-3BDF-4908-A93E-3AB9EEFB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9E02F-CA21-42D3-919E-F2B683E6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C2495-8F1D-4B19-B534-626FAC62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Role-based approvals and audit integration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Regional emission factor libraries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Cumulative sustainability reporting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5C92E-B7F6-4606-BA0A-C17F7E25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product path is clear: replace assumptions with measured fleet data while preserving traceability.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E6B11-CC97-4646-BE3E-5110BF5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800ED-5DBA-429C-AA81-7C2A2FD8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1792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C92A2-D4A7-408C-9274-5CBB084E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GreenDispatch AI fits the judging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DD7B1-98CC-456C-B2F1-02AD80B9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D0483-ED78-437F-8449-67EFF511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525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Sustainability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5C4A2-DB58-433D-9A97-42A5AA6D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525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CO2e, distance, fuel, idle time, and planning time deltas are quantified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9FD90-07EC-46E4-B28D-C6EF255F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4B31C-D716-45EC-AC39-7F1203B4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Agentic 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4B34-7C69-470F-A5F9-2355DCD1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Orchestrator coordinates specialized agents, tools, constraints, and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A0424-0681-45AF-97A0-BB908279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0CAA8-FCD8-4B9A-AC16-C94E08FC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14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 sustainability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342EE-FA4F-4842-A7BB-E05BA00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token usage is measured; fallback records zero actual LLM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16C76-991D-400C-836D-EA27E675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2AD0F-1EA7-4CFC-AD49-A8C02FD5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Demo communication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3A397-499A-4FFB-9631-7097A51C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957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Streamlit app shows the agent running in a 3 to 5 minute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2E0AF-7DB5-4689-90A1-2DD43987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E0EB2-7AB6-4838-B29E-29D438D4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76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FA201-8B5D-4178-A8B0-4F679878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76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Carbon-aware dispatch moves sustainability into the operational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B5914-E520-482C-99DD-493B5662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DE6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E68A"/>
                </a:solidFill>
                <a:latin typeface="Arial"/>
                <a:ea typeface="Arial"/>
                <a:cs typeface="Arial"/>
              </a:rPr>
              <a:t>GreenDispatch AI makes sustainability measurable at the moment dispatch decisions are made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59A91-46AF-4160-9CAF-A694073F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10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Team Token Titans</a:t>
            </a:r>
          </a:p>
        </p:txBody>
      </p:sp>
    </p:spTree>
    <p:extLst>
      <p:ext uri="{BB962C8B-B14F-4D97-AF65-F5344CB8AC3E}">
        <p14:creationId xmlns:p14="http://schemas.microsoft.com/office/powerpoint/2010/main" val="175940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2026-10-02T12:14:00.5030000Z</dcterms:created>
  <dcterms:modified xsi:type="dcterms:W3CDTF">2026-10-02T12:14:00.5030000Z</dcterms:modified>
</coreProperties>
</file>
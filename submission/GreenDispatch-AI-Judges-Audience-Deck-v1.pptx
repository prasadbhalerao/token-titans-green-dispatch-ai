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e4fe0e58ea407f" /><Relationship Type="http://schemas.openxmlformats.org/officeDocument/2006/relationships/extended-properties" Target="/docProps/app.xml" Id="R6cc3f6fab6854ccd" /><Relationship Type="http://schemas.openxmlformats.org/officeDocument/2006/relationships/officeDocument" Target="/ppt/presentation.xml" Id="R0eecc21e476249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83a06706354613"/>
  </p:sldMasterIdLst>
  <p:notesMasterIdLst>
    <p:notesMasterId xmlns:r="http://schemas.openxmlformats.org/officeDocument/2006/relationships" r:id="Rfb5f290508c44d7d"/>
  </p:notesMasterIdLst>
  <p:sldIdLst>
    <p:sldId xmlns:r="http://schemas.openxmlformats.org/officeDocument/2006/relationships" id="256" r:id="Rd86c820351794d9b"/>
    <p:sldId xmlns:r="http://schemas.openxmlformats.org/officeDocument/2006/relationships" id="257" r:id="Ree2dd095dc3943b7"/>
    <p:sldId xmlns:r="http://schemas.openxmlformats.org/officeDocument/2006/relationships" id="258" r:id="R7595daadfaf6452a"/>
    <p:sldId xmlns:r="http://schemas.openxmlformats.org/officeDocument/2006/relationships" id="259" r:id="R838b1b38d3bb450b"/>
    <p:sldId xmlns:r="http://schemas.openxmlformats.org/officeDocument/2006/relationships" id="260" r:id="Rc713c60de2b34567"/>
    <p:sldId xmlns:r="http://schemas.openxmlformats.org/officeDocument/2006/relationships" id="261" r:id="Ra04ec5b7d34a451c"/>
    <p:sldId xmlns:r="http://schemas.openxmlformats.org/officeDocument/2006/relationships" id="262" r:id="R2dd72e4dc59b4d5b"/>
    <p:sldId xmlns:r="http://schemas.openxmlformats.org/officeDocument/2006/relationships" id="263" r:id="Rb26889964c984dfa"/>
    <p:sldId xmlns:r="http://schemas.openxmlformats.org/officeDocument/2006/relationships" id="264" r:id="Re6bf8ddd534348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88c3744c234ccc" /><Relationship Type="http://schemas.openxmlformats.org/officeDocument/2006/relationships/slideMaster" Target="/ppt/slideMasters/slideMaster1.xml" Id="Re383a06706354613" /><Relationship Type="http://schemas.openxmlformats.org/officeDocument/2006/relationships/notesMaster" Target="/ppt/notesMasters/notesMaster1.xml" Id="Rfb5f290508c44d7d" /><Relationship Type="http://schemas.openxmlformats.org/officeDocument/2006/relationships/presProps" Target="/ppt/presProps.xml" Id="R58ee949a60294bfa" /><Relationship Type="http://schemas.openxmlformats.org/officeDocument/2006/relationships/tableStyles" Target="/ppt/tableStyles.xml" Id="Rf16f70fdb4f2479e" /><Relationship Type="http://schemas.openxmlformats.org/officeDocument/2006/relationships/slide" Target="/ppt/slides/slide1.xml" Id="Rd86c820351794d9b" /><Relationship Type="http://schemas.openxmlformats.org/officeDocument/2006/relationships/slide" Target="/ppt/slides/slide2.xml" Id="Ree2dd095dc3943b7" /><Relationship Type="http://schemas.openxmlformats.org/officeDocument/2006/relationships/slide" Target="/ppt/slides/slide3.xml" Id="R7595daadfaf6452a" /><Relationship Type="http://schemas.openxmlformats.org/officeDocument/2006/relationships/slide" Target="/ppt/slides/slide4.xml" Id="R838b1b38d3bb450b" /><Relationship Type="http://schemas.openxmlformats.org/officeDocument/2006/relationships/slide" Target="/ppt/slides/slide5.xml" Id="Rc713c60de2b34567" /><Relationship Type="http://schemas.openxmlformats.org/officeDocument/2006/relationships/slide" Target="/ppt/slides/slide6.xml" Id="Ra04ec5b7d34a451c" /><Relationship Type="http://schemas.openxmlformats.org/officeDocument/2006/relationships/slide" Target="/ppt/slides/slide7.xml" Id="R2dd72e4dc59b4d5b" /><Relationship Type="http://schemas.openxmlformats.org/officeDocument/2006/relationships/slide" Target="/ppt/slides/slide8.xml" Id="Rb26889964c984dfa" /><Relationship Type="http://schemas.openxmlformats.org/officeDocument/2006/relationships/slide" Target="/ppt/slides/slide9.xml" Id="Re6bf8ddd5343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7b895ffcd2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229586dcba4e49" /><Relationship Type="http://schemas.openxmlformats.org/officeDocument/2006/relationships/notesMaster" Target="/ppt/notesMasters/notesMaster1.xml" Id="R75b82619b1e1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471cb5424f4d83" /><Relationship Type="http://schemas.openxmlformats.org/officeDocument/2006/relationships/notesMaster" Target="/ppt/notesMasters/notesMaster1.xml" Id="Rb2f0d4ec7eae436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74c41016fb4cdd" /><Relationship Type="http://schemas.openxmlformats.org/officeDocument/2006/relationships/notesMaster" Target="/ppt/notesMasters/notesMaster1.xml" Id="Rc5fd07c208ad40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1531d8e0d134d11" /><Relationship Type="http://schemas.openxmlformats.org/officeDocument/2006/relationships/notesMaster" Target="/ppt/notesMasters/notesMaster1.xml" Id="R124e2a7fde8d4a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5b645ed58d48de" /><Relationship Type="http://schemas.openxmlformats.org/officeDocument/2006/relationships/notesMaster" Target="/ppt/notesMasters/notesMaster1.xml" Id="R6abaa18535ae46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76e0a13fd744fe" /><Relationship Type="http://schemas.openxmlformats.org/officeDocument/2006/relationships/notesMaster" Target="/ppt/notesMasters/notesMaster1.xml" Id="R214c8543fc1c45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e7b83f37cf4d2b" /><Relationship Type="http://schemas.openxmlformats.org/officeDocument/2006/relationships/notesMaster" Target="/ppt/notesMasters/notesMaster1.xml" Id="Rb5c0993a739047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9fb099228f43a3" /><Relationship Type="http://schemas.openxmlformats.org/officeDocument/2006/relationships/notesMaster" Target="/ppt/notesMasters/notesMaster1.xml" Id="R55eefd89693240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42f29118ad4c31" /><Relationship Type="http://schemas.openxmlformats.org/officeDocument/2006/relationships/notesMaster" Target="/ppt/notesMasters/notesMaster1.xml" Id="R6a94beb9e69f44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Cover image is a generated visual asset created for the GreenDispatch AI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Problem framing comes from the hackathon brief and GreenDispatch AI implementation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User groups and needs are summarized from docs/greendispatch-ai-spec.md and docs/agent-design.md.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Workflow is based on the implementation plan, design document, and dashboard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Baseline metrics: 190.82 km, 23.31 L fuel, 62.14 kgCO2e, 113 idle minutes, 90 planning minutes. Optimized metrics: 137.22 km, 15.13 L fuel, 43.64 kgCO2e, 39 idle minutes, 14 planning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Agent roles and trace fields are based on docs/agent-design.md and docs/greendispatch-ai-spec.md.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Demo flow is based on README.md and submission/demo-storyboard.md.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Trust and governance points are derived from hackathon rules, assumptions, and the GreenDispatch AI design document.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docs/agent-design.md, docs/assumptions.md, README.md, data/greendispatch-ai-dataset/*.csv. Roadmap themes are based on docs/greendispatch-ai-implementation-plan.md and docs/agent-design.md.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f1e62743d4b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13ac64d04843c4" /><Relationship Type="http://schemas.openxmlformats.org/officeDocument/2006/relationships/slideLayout" Target="/ppt/slideLayouts/slideLayout1.xml" Id="R63cb6257f0f245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cb6257f0f245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c10c4b1fd4471" /><Relationship Type="http://schemas.openxmlformats.org/officeDocument/2006/relationships/image" Target="/ppt/media/image.png" Id="R5abf98fa06ee490b" /><Relationship Type="http://schemas.openxmlformats.org/officeDocument/2006/relationships/notesSlide" Target="/ppt/notesSlides/notesSlide1.xml" Id="R7a5e8625710940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0a5a6edea4da3" /><Relationship Type="http://schemas.openxmlformats.org/officeDocument/2006/relationships/notesSlide" Target="/ppt/notesSlides/notesSlide2.xml" Id="R9a5085fd8f2e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314cbcbd249b7" /><Relationship Type="http://schemas.openxmlformats.org/officeDocument/2006/relationships/notesSlide" Target="/ppt/notesSlides/notesSlide3.xml" Id="Rbc1b15af399544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174cc86e340d3" /><Relationship Type="http://schemas.openxmlformats.org/officeDocument/2006/relationships/notesSlide" Target="/ppt/notesSlides/notesSlide4.xml" Id="R66916b2bdc2d47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eb73f7bb44aaf" /><Relationship Type="http://schemas.openxmlformats.org/officeDocument/2006/relationships/chart" Target="/ppt/slides/charts/chart1.xml" Id="R2131a06207a94565" /><Relationship Type="http://schemas.openxmlformats.org/officeDocument/2006/relationships/notesSlide" Target="/ppt/notesSlides/notesSlide5.xml" Id="R42149481a7ec49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6f790be644e77" /><Relationship Type="http://schemas.openxmlformats.org/officeDocument/2006/relationships/notesSlide" Target="/ppt/notesSlides/notesSlide6.xml" Id="Rf1e715d0e68b43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66630c3d14a0e" /><Relationship Type="http://schemas.openxmlformats.org/officeDocument/2006/relationships/notesSlide" Target="/ppt/notesSlides/notesSlide7.xml" Id="R165280f506b345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808a6b0ef48c6" /><Relationship Type="http://schemas.openxmlformats.org/officeDocument/2006/relationships/notesSlide" Target="/ppt/notesSlides/notesSlide8.xml" Id="Re8e7fea067a94e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a1022fdcd4002" /><Relationship Type="http://schemas.openxmlformats.org/officeDocument/2006/relationships/notesSlide" Target="/ppt/notesSlides/notesSlide9.xml" Id="R060b784d01a94f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Reduction</c:v>
          </c:tx>
          <c:spPr>
            <a:solidFill xmlns:a="http://schemas.openxmlformats.org/drawingml/2006/main">
              <a:srgbClr val="16A34A"/>
            </a:solidFill>
          </c:spPr>
          <c:cat>
            <c:strRef>
              <c:f>'Chart Data'!$A$2:$A$6</c:f>
              <c:strCache>
                <c:ptCount val="5"/>
                <c:pt idx="0">
                  <c:v>Distance</c:v>
                </c:pt>
                <c:pt idx="1">
                  <c:v>Fuel</c:v>
                </c:pt>
                <c:pt idx="2">
                  <c:v>CO2e</c:v>
                </c:pt>
                <c:pt idx="3">
                  <c:v>Idle time</c:v>
                </c:pt>
                <c:pt idx="4">
                  <c:v>Planning time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28.1</c:v>
                </c:pt>
                <c:pt idx="1">
                  <c:v>35.1</c:v>
                </c:pt>
                <c:pt idx="2">
                  <c:v>29.8</c:v>
                </c:pt>
                <c:pt idx="3">
                  <c:v>65.5</c:v>
                </c:pt>
                <c:pt idx="4">
                  <c:v>84.4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52E1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f98fa06ee490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6BF6A-8A37-49A6-B5E1-E4EA393A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B5573-C66D-448A-9B80-3148EC11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00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A9F7A-B0F3-455B-B5AA-260AFA4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GreenDispatch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A202A-C0A7-437C-9246-9F425AAF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D1FAE5"/>
                </a:solidFill>
                <a:latin typeface="Arial"/>
                <a:ea typeface="Arial"/>
                <a:cs typeface="Arial"/>
              </a:rPr>
              <a:t>Carbon-aware dispatch decisions before vehicles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3A4A4-3FB6-4C8E-9D3C-1DA263A1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CFDF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ECFDF5"/>
                </a:solidFill>
                <a:latin typeface="Arial"/>
                <a:ea typeface="Arial"/>
                <a:cs typeface="Arial"/>
              </a:rPr>
              <a:t>Agentic scheduling and dispatch optimizer for measurable sustainability 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81388-985F-4C03-961D-6DD948CE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19431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D0D9C-13D7-4BE8-B4A6-BDC8BEAE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C59A4-DE13-426C-B39B-BBCCB00D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00550"/>
            <a:ext cx="24193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16358-ED4E-43CB-8804-406F4FE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148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8350F"/>
                </a:solidFill>
                <a:latin typeface="Arial"/>
                <a:ea typeface="Arial"/>
                <a:cs typeface="Arial"/>
              </a:rPr>
              <a:t>Prompt, Plan, Preserve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44CCC-8E6B-433A-B466-C20CD7D6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D1FAE5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CB4B7-257E-4779-9128-085BF62F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D1FAE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79846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D32EB-BE61-42F1-ACF5-6BFA8BC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Dispatch decisions hide carbon until it is too 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13F20-8927-49E5-986F-081B9931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Planning teams usually see emissions after the route has already happened.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0808D-B05F-430D-9002-6AEDADDB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 normal dispatch decision looks operational on the surface: which vehicle is free, which job is urgent, and which route looks workable. The carbon cost often appears later in a report, when the chance to change the decision has passed.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10C40-D9AD-45AB-910C-47FC9F8A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7320D-A314-4374-AAC5-B2ECD9CF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B98D3-60EB-487B-B4E2-76ABDEB8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050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Extra trips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A1BF5-70C3-427D-A64D-1D80232F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2800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Small planning choices create more vehicle movements than the workload actually needs.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78A6B-FF70-47B8-8BC6-7F6B4548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7660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5D69B-304D-4545-9DE3-10C3CCD1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480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C4E4C-48B8-4559-BB2C-2B13FCD2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766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Avoidable fuel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0439D4-8503-499B-906C-26D4C4C6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14800"/>
            <a:ext cx="2800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Longer routes and idle time increase operating cost and direct emissions.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E0628-3402-4684-BA27-96A67AF1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4820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F9E12-44A2-4590-801E-9B7C39A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196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FE2CB-C387-41FA-AE4D-8CB3BAD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0482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Late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F6DA7-B017-4494-AA8F-89918B72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486400"/>
            <a:ext cx="28003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Sustainability teams inherit the footprint after operations has already committed.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E2B3D-F68F-4E57-B13A-EC2D2C85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34990-CA15-46B2-A484-857AAD7C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2014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E255C-0B9D-48C3-8D11-B185B945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One dispatch plan has several owners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9912F-6E97-4F79-B4DF-1B4FF7F3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solution speaks to the people who need the same decision to be feasible, fast, and accountable.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B67A7-1513-43F1-BDEC-2201F95C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31280-EE55-47BC-910E-1C4436A4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Dispatch planner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E0695-03D6-4500-A713-97FBA151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Needs a plan that respects capacity, priority, and time windows.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A818D-CB16-4BF0-BE94-85467B1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E0ED2-EA9D-498A-899E-E5DAD0C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Fleet manager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E5D3B-26E0-4E59-AACB-FF172062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Needs fewer kilometers, lower idle time, and better asset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C8FB9-B53F-422E-9628-DA513CFF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169E2-1811-48CA-95C0-A6149F9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Sustainability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A02DB-0ACC-48CF-924F-3827E56A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Needs CO2e impact with assumptions and a repeatable method.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2937F-D03F-44B7-AB61-74AADE92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07D00-83E8-4463-A879-F934EC16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Operations leader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C0986-689C-4F14-A9C9-9FBE3BA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197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Needs a clear recommendation before approving the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290FA-1B8B-43B4-9F9D-3F352947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05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64E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64E3B"/>
                </a:solidFill>
                <a:latin typeface="Arial"/>
                <a:ea typeface="Arial"/>
                <a:cs typeface="Arial"/>
              </a:rPr>
              <a:t>GreenDispatch AI brings these views into one decision moment.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9A9CC-B7F4-4C3F-A44F-DAD8A68A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7F897-9A6D-49BD-A075-E1D0AE7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7661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A5730-723E-47F9-8BCE-E1781CDB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An agentic co-pilot for carbon-aware dispatch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58876-15B1-47CC-8E4C-ACA80FDC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GreenDispatch AI compares the baseline plan, evaluates alternatives, and asks a human to approve the recommendation.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36311-2576-485D-9512-4EEF93BA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D8812-11AD-48F9-B669-D8E4C3F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31AAA-5182-4F3B-BF49-2F476C28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Scenario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F9432-29D8-4D45-9F68-E4E1C0B8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Jobs, vehicles, capacities, locations, time windows, and workload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8ECAB-2F64-400E-9EC5-80EC8055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B5E9A-DD2E-4B4B-990E-4B1ED534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C1E66-A021-41DD-ADF7-8FCF27E1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81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Agent planning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0C53E-9113-4B49-839A-0DB57D2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62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Specialized agents evaluate demand, emissions, constraints, route options, and disruptions.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0D129-F353-4FCD-BBA7-F8FCC548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7141C-CB93-4282-ACE4-34ADA888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C7363-F1D5-4684-9890-5813332A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2758B-8153-4C08-BFE3-3317AC94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289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planner reviews impact, route feasibility, and trade-offs before accepting the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ABE46-A8C1-4712-A496-107CF1E3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 w="9525">
            <a:solidFill>
              <a:srgbClr val="0284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3DBDC6-A726-4377-9BFC-31A2E4E2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86175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A628A-AD39-4E22-B11E-D0504AFC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81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Decision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26C3D4-D076-400D-AD39-BE333CDD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624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dashboard stores the recommendation, metrics, assumptions, and approval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30DEDC-F809-4011-8912-0E263AD5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14950"/>
            <a:ext cx="61912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9DCD9-ED42-40F3-9E05-E86A7BB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48300"/>
            <a:ext cx="569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decision is optimized before dispatch, not audited only after execution.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3AE458-479D-49CE-ABE8-A2CEAC47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77AA1-CBC1-48CE-B50F-584EFF35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8415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ACA3E-A841-4F94-BEFC-3550970A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demo plan cuts emissions and effort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BC270-E30E-4F45-98B3-F129D310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Baseline compared with the optimized plan in the synthetic hackathon dataset.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191D0-81F8-43A9-A519-90579C1E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C2C1B-C227-411C-A38D-1326392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18.50 kg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8862C-B8FE-4475-969B-B1391D0E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CO2e avoided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368AE-59CF-498B-B17F-F8122FCB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835C0-29D0-47B9-8D8D-CF33279F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53.60 km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EEA52-78BD-44EF-8BA2-7CC93784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distance avoided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38C3A-8E7E-40B9-95C4-92261034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469C47-DF16-4D1A-B4F9-D58604EC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8.18 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3E087-1A4C-471A-9FE3-BB0CE8D8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 saved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4095750" y="2038350"/>
          <a:ext xmlns:a="http://schemas.openxmlformats.org/drawingml/2006/main" cx="6858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31a06207a94565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5DBEB-07E1-48DC-8047-9061BA7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Reduction percentage by 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CD625-28DD-4B83-92D2-C55ABB58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E438F-3FD4-44EF-9AED-DD72D6F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880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210937-E35B-4ABB-A174-54D42F6D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Agent roles work together, then show their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A54E7-0258-480C-B1A0-24AF4D1B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judges can see planning, tool use, validation, and re-planning through the trace.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3F54F-061C-4FBD-87BB-0775F17D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66900"/>
            <a:ext cx="43434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052E16"/>
          </a:solidFill>
          <a:ln xmlns:a="http://schemas.openxmlformats.org/drawingml/2006/main" w="9525">
            <a:solidFill>
              <a:srgbClr val="052E1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8EF68-A812-4F09-8F96-1B61DB22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ACC4D-B8E9-4ADB-97AD-EB77D503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714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E0C86-AE62-4C88-8C1E-D0BF7041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FEA51-C99E-4677-9196-8D257A45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D5EDE-0AFC-4091-8F5C-8302490C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Workload and priority pressure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48ABE-C9BD-4E30-A5F3-F17D1290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714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668CE-1433-43ED-A687-1AAA5FF5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0E161E-3A17-416C-B661-A9A34257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00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Carbon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9691F-5ED8-4960-BF7D-E9A8E67D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148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Fuel, energy, and CO2e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71067-30D2-4DBA-BB8A-E920EEC7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714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BE572-1239-4560-9270-BF5F63AE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004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3AB25-5EAD-419F-82A3-845A989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3C2B4-2823-4116-80CC-4FED9DA7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Candidate dispatch plans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CB22E-D50C-43A4-AE8B-7D9F67A3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29000"/>
            <a:ext cx="1714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C2EF9-D274-42A5-A07C-C696979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004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85CDA8-E6AF-4A65-8867-E629008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100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E1119-29A0-4D6A-AC72-81EB5E2D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148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Capacity, SLA, availability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9B8AC-920E-4AE0-8790-31AC7C79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714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A2987-7B8E-459B-AD62-7703D824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6D5C69-C1AB-489F-A3F4-E6273943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1000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068BB-44FF-4B93-A425-6C2CF1FB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148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Disruption response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8ECAB-4E71-48F5-8B43-6BDFBA0E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861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64E3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64E3B"/>
                </a:solidFill>
                <a:latin typeface="Arial"/>
                <a:ea typeface="Arial"/>
                <a:cs typeface="Arial"/>
              </a:rPr>
              <a:t>Every recommendation carries route metrics, constraint checks, assumptions, and an approval status.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7BBE56-97CA-41FF-BFAE-7114617F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42934-A5BE-46E5-A358-6641648C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87602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83689D-8076-4752-81A7-9898FD0F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What judges will see in three minutes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DB557-B263-437E-B3AA-33C8AE3F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demo shows a working agent, not a slide-only concept.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1E03B-8AE1-4F9C-8E3C-264F14E2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714500" cy="2647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52D39-5642-4463-886A-CB1778FA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133C9-4B2E-47B9-8DBB-2B004A08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174F1-51EB-41A6-9C3D-BE3239CD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Load the scenario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96B0F-12AA-4A4A-9F5F-D5A4E968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Synthetic jobs, vehicles, and route assumptions appear in the dashboard.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D7EE1-F349-4C8B-A694-1B061699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1714500" cy="2647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433EA-9908-4930-8B0B-534660AD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17AFD-E74E-4144-8152-807E3F08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BFDE0-575A-4C6C-A9EF-6EF800C9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813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Compare the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79212-E130-4D94-A1E4-4C4A781B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05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current plan shows trips, distance, fuel, CO2e, idle time, and SLA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4532A-9800-479F-B906-59F5280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6450"/>
            <a:ext cx="1714500" cy="2647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B9AD9-8C50-441C-9151-E49CC79E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0505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F9E9B9-5265-4A57-A7A7-C500220C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574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BA03D-7DC2-499E-974B-FAA88714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Run optimization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B9CB9-E194-4FC5-987D-899A3BAC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Agents evaluate alternatives and return a recommended dispatch plan.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0639E-9511-44FD-BA33-A2F0D54B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1714500" cy="2647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108D2-0AA3-4FDE-9BD8-637E6F91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0505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EAA0B-CCC8-4CAB-A547-A99E0639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26D80C-DA0A-4F32-8626-8588B265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813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Review and approve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C6B04-2205-4893-A17B-142890F2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planner checks impact, trace, constraints, and approval status.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C5DFB5-CA8F-44B8-8BB4-90416269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76450"/>
            <a:ext cx="1714500" cy="26479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E47DA-CC0B-4A07-AC03-8C72607F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0505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81568-D3B4-40EB-8184-CD70E3B4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45745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6C892-5E3E-4B18-91EF-D1C0DF52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81350"/>
            <a:ext cx="1371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Trigger disruption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FF1B4D-07A7-4D95-97A3-204342ED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052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system re-plans after a vehicle becomes unavailable.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A1AD18-DC9F-472C-8238-09BAC6F3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429250"/>
            <a:ext cx="822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64E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64E3B"/>
                </a:solidFill>
                <a:latin typeface="Arial"/>
                <a:ea typeface="Arial"/>
                <a:cs typeface="Arial"/>
              </a:rPr>
              <a:t>The close is a decision summary with measurable sustainability value.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489596-1533-4E16-A099-7D6BC9AB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BB29E-78C9-4FDA-AF5E-770F038D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4725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E4D17C-769A-456A-8E34-958A3C67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Built for credible sustainability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48009-0F25-4D01-8FA7-A97D0080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hackathon rules ask for impact, traceability, human oversight, and responsible agent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0B436-3E2C-4DA2-9D9D-476E4A58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2381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8BC4B-346A-48DA-ADCF-AEB42331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F5900-013C-4972-AA29-59F22C44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Measured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2849F-7259-432B-BFF2-06C70ECD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2038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Every impact claim compares against a visible baseline and documented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414C7-34DA-4F9F-B71D-9A694B0D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2381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6CC2A-3F3D-465E-881F-D24277B5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2479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35639-36FE-4D70-92C0-72400065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Human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7648B-DA95-4614-9D81-CE4291DD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2038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Agents recommend. The planner approves, rejects, or requests a revision.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BA41D9-B806-46BB-99FC-03066AF1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381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2EAF5-87D8-4656-8EA1-45343AE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6ECF4-2AD8-4F54-B692-EB59E23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Safe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C7889-5DD2-4474-B6A6-44B2856C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2038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prototype uses synthetic dispatch, vehicle, route, and disruption 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8C98C-677A-458C-8251-F81414DF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6450"/>
            <a:ext cx="2381250" cy="22098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32F9A-45CB-4FA7-9679-F218FE5C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479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22ED-0874-43AF-BA4D-4049E6F1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Efficient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66B91-F8F3-4435-B82A-5A5E5733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14650"/>
            <a:ext cx="2038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The dashboard reports agent steps, model usage, tool calls, and retry discipline.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D88C0-62CB-4F39-9BA2-A9D42EB7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81600"/>
            <a:ext cx="9220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64E3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64E3B"/>
                </a:solidFill>
                <a:latin typeface="Arial"/>
                <a:ea typeface="Arial"/>
                <a:cs typeface="Arial"/>
              </a:rPr>
              <a:t>That combination makes the result defendable in front of operations, sustainability, and technology stakeholders.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BDDFB9-5433-4191-AEDD-A101B3F8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B6C76-F623-4E48-96D6-AF285268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46894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7D697-DA47-4E91-801E-8C6CC895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proof of concept to operations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1DBFAF-4C0D-4E61-BAC0-763246E7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906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D1FAE5"/>
                </a:solidFill>
                <a:latin typeface="Arial"/>
                <a:ea typeface="Arial"/>
                <a:cs typeface="Arial"/>
              </a:rPr>
              <a:t>The next step is connecting the same decision workflow to real planning systems, measured fleet data, and auditable sustainability reporting.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9CEAF-4EB2-4D25-82B4-2FFCFC43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9D793-37D8-471E-9DD2-7085F93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289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F590C-3101-427C-B9EC-82974F25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Next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5A3B2-011F-4112-B451-A97B45F1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Improve scenario editing, export the decision summary, and expand route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7956C-669F-44D7-9BC8-08BE51AA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862DE-BFD6-4B64-B009-07C03D0B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289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48540-7DF8-455C-AAAD-644CE5BA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2CC62-6C6C-4F5C-AEB3-734762F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9565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Connect dispatch or field-service data, compare against historical plans, and test with operations users.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42CDE-034B-49CC-800E-E721CE9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048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726AB-2AB6-414C-8A1A-A3126269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079BA-5FCB-4DAE-B4A0-D559D661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52E16"/>
                </a:solidFill>
                <a:latin typeface="Arial"/>
                <a:ea typeface="Arial"/>
                <a:cs typeface="Arial"/>
              </a:rPr>
              <a:t>Enterprise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5A7AF-F6C0-46A6-9478-507B93EF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705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role-based approval, reporting integration, and reusable sustainability audit evidence.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DE240-17CB-4EC0-97F4-BBC75DB9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29250"/>
            <a:ext cx="899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ECFDF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ECFDF5"/>
                </a:solidFill>
                <a:latin typeface="Arial"/>
                <a:ea typeface="Arial"/>
                <a:cs typeface="Arial"/>
              </a:rPr>
              <a:t>GreenDispatch AI makes carbon visible at the moment dispatch decisions are made.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3A1FB-2402-441C-BAA1-39F98B4C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D1FAE5"/>
                </a:solidFill>
                <a:latin typeface="Arial"/>
                <a:ea typeface="Arial"/>
                <a:cs typeface="Arial"/>
              </a:rPr>
              <a:t>GreenDispatch AI, Team Token Titans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41C58-9B71-4A7B-97F0-82774D42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D1FAE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14135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2026-10-02T12:26:16.5570000Z</dcterms:created>
  <dcterms:modified xsi:type="dcterms:W3CDTF">2026-10-02T12:26:16.5570000Z</dcterms:modified>
</coreProperties>
</file>
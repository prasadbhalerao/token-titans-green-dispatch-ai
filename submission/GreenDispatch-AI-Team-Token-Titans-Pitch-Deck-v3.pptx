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0fed2724ff4c78" /><Relationship Type="http://schemas.openxmlformats.org/officeDocument/2006/relationships/extended-properties" Target="/docProps/app.xml" Id="Rc7038098e38d47c8" /><Relationship Type="http://schemas.openxmlformats.org/officeDocument/2006/relationships/officeDocument" Target="/ppt/presentation.xml" Id="Ra5c073905be049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54c87ea3a42d4"/>
  </p:sldMasterIdLst>
  <p:notesMasterIdLst>
    <p:notesMasterId xmlns:r="http://schemas.openxmlformats.org/officeDocument/2006/relationships" r:id="R993645a9c2cb469b"/>
  </p:notesMasterIdLst>
  <p:sldIdLst>
    <p:sldId xmlns:r="http://schemas.openxmlformats.org/officeDocument/2006/relationships" id="256" r:id="Reaff31baa1e645d3"/>
    <p:sldId xmlns:r="http://schemas.openxmlformats.org/officeDocument/2006/relationships" id="257" r:id="R25ba11b5d5e4457d"/>
    <p:sldId xmlns:r="http://schemas.openxmlformats.org/officeDocument/2006/relationships" id="258" r:id="Re2cc2f7bd3744490"/>
    <p:sldId xmlns:r="http://schemas.openxmlformats.org/officeDocument/2006/relationships" id="259" r:id="Re2ffe975e5ff4349"/>
    <p:sldId xmlns:r="http://schemas.openxmlformats.org/officeDocument/2006/relationships" id="260" r:id="R639698a8518846bd"/>
    <p:sldId xmlns:r="http://schemas.openxmlformats.org/officeDocument/2006/relationships" id="261" r:id="R59fdbe330b024b7e"/>
    <p:sldId xmlns:r="http://schemas.openxmlformats.org/officeDocument/2006/relationships" id="262" r:id="R8480e6b2c56843f6"/>
    <p:sldId xmlns:r="http://schemas.openxmlformats.org/officeDocument/2006/relationships" id="263" r:id="R0cbe22ae044046c4"/>
    <p:sldId xmlns:r="http://schemas.openxmlformats.org/officeDocument/2006/relationships" id="264" r:id="R65afb3210e6e4c55"/>
    <p:sldId xmlns:r="http://schemas.openxmlformats.org/officeDocument/2006/relationships" id="265" r:id="R275a2eeae7c243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0156f0a81c42e1" /><Relationship Type="http://schemas.openxmlformats.org/officeDocument/2006/relationships/slideMaster" Target="/ppt/slideMasters/slideMaster1.xml" Id="R69854c87ea3a42d4" /><Relationship Type="http://schemas.openxmlformats.org/officeDocument/2006/relationships/notesMaster" Target="/ppt/notesMasters/notesMaster1.xml" Id="R993645a9c2cb469b" /><Relationship Type="http://schemas.openxmlformats.org/officeDocument/2006/relationships/presProps" Target="/ppt/presProps.xml" Id="R0df76b7d0fd941e8" /><Relationship Type="http://schemas.openxmlformats.org/officeDocument/2006/relationships/tableStyles" Target="/ppt/tableStyles.xml" Id="R207c182902444f3b" /><Relationship Type="http://schemas.openxmlformats.org/officeDocument/2006/relationships/slide" Target="/ppt/slides/slide1.xml" Id="Reaff31baa1e645d3" /><Relationship Type="http://schemas.openxmlformats.org/officeDocument/2006/relationships/slide" Target="/ppt/slides/slide2.xml" Id="R25ba11b5d5e4457d" /><Relationship Type="http://schemas.openxmlformats.org/officeDocument/2006/relationships/slide" Target="/ppt/slides/slide3.xml" Id="Re2cc2f7bd3744490" /><Relationship Type="http://schemas.openxmlformats.org/officeDocument/2006/relationships/slide" Target="/ppt/slides/slide4.xml" Id="Re2ffe975e5ff4349" /><Relationship Type="http://schemas.openxmlformats.org/officeDocument/2006/relationships/slide" Target="/ppt/slides/slide5.xml" Id="R639698a8518846bd" /><Relationship Type="http://schemas.openxmlformats.org/officeDocument/2006/relationships/slide" Target="/ppt/slides/slide6.xml" Id="R59fdbe330b024b7e" /><Relationship Type="http://schemas.openxmlformats.org/officeDocument/2006/relationships/slide" Target="/ppt/slides/slide7.xml" Id="R8480e6b2c56843f6" /><Relationship Type="http://schemas.openxmlformats.org/officeDocument/2006/relationships/slide" Target="/ppt/slides/slide8.xml" Id="R0cbe22ae044046c4" /><Relationship Type="http://schemas.openxmlformats.org/officeDocument/2006/relationships/slide" Target="/ppt/slides/slide9.xml" Id="R65afb3210e6e4c55" /><Relationship Type="http://schemas.openxmlformats.org/officeDocument/2006/relationships/slide" Target="/ppt/slides/slide10.xml" Id="R275a2eeae7c2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af21c5c53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4c693001fe4816" /><Relationship Type="http://schemas.openxmlformats.org/officeDocument/2006/relationships/notesMaster" Target="/ppt/notesMasters/notesMaster1.xml" Id="Rabe1780d3d30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affb609ce24ab0" /><Relationship Type="http://schemas.openxmlformats.org/officeDocument/2006/relationships/notesMaster" Target="/ppt/notesMasters/notesMaster1.xml" Id="Rd4da74db3cdb4e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d7e7920a34f7f" /><Relationship Type="http://schemas.openxmlformats.org/officeDocument/2006/relationships/notesMaster" Target="/ppt/notesMasters/notesMaster1.xml" Id="R6f7b7c0372b445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31f2330dc4762" /><Relationship Type="http://schemas.openxmlformats.org/officeDocument/2006/relationships/notesMaster" Target="/ppt/notesMasters/notesMaster1.xml" Id="Re665c9050e8a4f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05de4098c4b44" /><Relationship Type="http://schemas.openxmlformats.org/officeDocument/2006/relationships/notesMaster" Target="/ppt/notesMasters/notesMaster1.xml" Id="R826b31e6331a4c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0877d12a244829" /><Relationship Type="http://schemas.openxmlformats.org/officeDocument/2006/relationships/notesMaster" Target="/ppt/notesMasters/notesMaster1.xml" Id="R2dba191eb419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53696735a4db3" /><Relationship Type="http://schemas.openxmlformats.org/officeDocument/2006/relationships/notesMaster" Target="/ppt/notesMasters/notesMaster1.xml" Id="R3e87a7be49654c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e4191a437b44d7" /><Relationship Type="http://schemas.openxmlformats.org/officeDocument/2006/relationships/notesMaster" Target="/ppt/notesMasters/notesMaster1.xml" Id="R0130be697ce147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2d091a354449e3" /><Relationship Type="http://schemas.openxmlformats.org/officeDocument/2006/relationships/notesMaster" Target="/ppt/notesMasters/notesMaster1.xml" Id="R7975209ea6d540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c32900166c416e" /><Relationship Type="http://schemas.openxmlformats.org/officeDocument/2006/relationships/notesMaster" Target="/ppt/notesMasters/notesMaster1.xml" Id="R05747ddaca0141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Cover image generated with ImageGen for this project; no external customer data or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Problem framing follows the hackathon brief and implementation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OpenAI behavior is implemented in src/agents/llm_optimizer.py and src/agents/orchestrator.py.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Metrics computed from data/greendispatch-ai-dataset/plan_routes.csv and metrics_by_scenario.csv. Baseline: 190.82 km, 23.31 L, 62.14 kgCO2e, 113 idle minutes. Optimized: 137.22 km, 15.13 L, 43.64 kgCO2e, 39 idle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Agent responsibilities match docs/greendispatch-ai-implementation-plan.md and src/agents/*.py.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execution documented in README.md and docs/assumptions.md. Reusable prompt: prompts/dispatch_optimizer_prompt.md.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Demo flow follows submission/demo-storyboard.md.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Data and governance points from README.md, docs/assumptions.md, and docs/greendispatch-ai-spec.md.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Roadmap items reflect README limitations and implementation plan extension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Judging criteria from docs/hackathon-details.md.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27c84897346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b6294884e4c62" /><Relationship Type="http://schemas.openxmlformats.org/officeDocument/2006/relationships/slideLayout" Target="/ppt/slideLayouts/slideLayout1.xml" Id="R7215cff15d22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5cff15d22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1625a12e44260" /><Relationship Type="http://schemas.openxmlformats.org/officeDocument/2006/relationships/image" Target="/ppt/media/image.png" Id="R0b12e27dd0fe473c" /><Relationship Type="http://schemas.openxmlformats.org/officeDocument/2006/relationships/notesSlide" Target="/ppt/notesSlides/notesSlide1.xml" Id="R2c2eb215f5b74a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bc28837904bde" /><Relationship Type="http://schemas.openxmlformats.org/officeDocument/2006/relationships/notesSlide" Target="/ppt/notesSlides/notesSlide2.xml" Id="Rb78856081b9846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b2cd832024a06" /><Relationship Type="http://schemas.openxmlformats.org/officeDocument/2006/relationships/notesSlide" Target="/ppt/notesSlides/notesSlide3.xml" Id="R933804aa529e4b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9f2a3daab43cb" /><Relationship Type="http://schemas.openxmlformats.org/officeDocument/2006/relationships/chart" Target="/ppt/slides/charts/chart1.xml" Id="R38c9023badaa4e5b" /><Relationship Type="http://schemas.openxmlformats.org/officeDocument/2006/relationships/notesSlide" Target="/ppt/notesSlides/notesSlide4.xml" Id="Re145273a42b843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686ce5a9748bc" /><Relationship Type="http://schemas.openxmlformats.org/officeDocument/2006/relationships/notesSlide" Target="/ppt/notesSlides/notesSlide5.xml" Id="R2f57ee699b0d4d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10c8b52524d84" /><Relationship Type="http://schemas.openxmlformats.org/officeDocument/2006/relationships/notesSlide" Target="/ppt/notesSlides/notesSlide6.xml" Id="R07bfa29db14340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e3f3d34574078" /><Relationship Type="http://schemas.openxmlformats.org/officeDocument/2006/relationships/notesSlide" Target="/ppt/notesSlides/notesSlide7.xml" Id="R97917953da224c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a91ff97f8494e" /><Relationship Type="http://schemas.openxmlformats.org/officeDocument/2006/relationships/notesSlide" Target="/ppt/notesSlides/notesSlide8.xml" Id="R94b7815d277749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87bb7fb014bc6" /><Relationship Type="http://schemas.openxmlformats.org/officeDocument/2006/relationships/notesSlide" Target="/ppt/notesSlides/notesSlide9.xml" Id="Rb13bf5c485c446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2182180ba40f3" /><Relationship Type="http://schemas.openxmlformats.org/officeDocument/2006/relationships/notesSlide" Target="/ppt/notesSlides/notesSlide10.xml" Id="R9ca1acbd8a794fa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Reduction</c:v>
          </c:tx>
          <c:spPr>
            <a:solidFill xmlns:a="http://schemas.openxmlformats.org/drawingml/2006/main">
              <a:srgbClr val="16A34A"/>
            </a:solidFill>
          </c:spPr>
          <c:cat>
            <c:strRef>
              <c:f>'Chart Data'!$A$2:$A$7</c:f>
              <c:strCache>
                <c:ptCount val="6"/>
                <c:pt idx="0">
                  <c:v>Trips</c:v>
                </c:pt>
                <c:pt idx="1">
                  <c:v>Distance</c:v>
                </c:pt>
                <c:pt idx="2">
                  <c:v>Fuel</c:v>
                </c:pt>
                <c:pt idx="3">
                  <c:v>CO2e</c:v>
                </c:pt>
                <c:pt idx="4">
                  <c:v>Idle time</c:v>
                </c:pt>
                <c:pt idx="5">
                  <c:v>Planning time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33.3</c:v>
                </c:pt>
                <c:pt idx="1">
                  <c:v>28.1</c:v>
                </c:pt>
                <c:pt idx="2">
                  <c:v>35.1</c:v>
                </c:pt>
                <c:pt idx="3">
                  <c:v>29.8</c:v>
                </c:pt>
                <c:pt idx="4">
                  <c:v>65.5</c:v>
                </c:pt>
                <c:pt idx="5">
                  <c:v>84.4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52E1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2e27dd0fe473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5DF9-0B96-4A2E-AC80-7FBD90D3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GreenDispatch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3769B-ACC1-4558-B381-9FE3CB61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Carbon-Aware Scheduling &amp; Dispatch Optimizer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9E5CD-D8BC-4D48-B8F5-35EA57D0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CFD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CFDF5"/>
                </a:solidFill>
                <a:latin typeface="Arial"/>
                <a:ea typeface="Arial"/>
                <a:cs typeface="Arial"/>
              </a:rPr>
              <a:t>Optimize every dispatch for operations, cost, and 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6DA3B-52C2-43C7-8CF1-66273F1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000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5228F-596D-46E5-8415-AA6D4963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B8E26-E218-4A26-B16A-587CF8E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233362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E775A-5722-4E39-B3EA-9CCA1460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576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Prompt, Plan, Preserve</a:t>
            </a:r>
          </a:p>
        </p:txBody>
      </p:sp>
    </p:spTree>
    <p:extLst>
      <p:ext uri="{BB962C8B-B14F-4D97-AF65-F5344CB8AC3E}">
        <p14:creationId xmlns:p14="http://schemas.microsoft.com/office/powerpoint/2010/main" val="26979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5417C-BF48-4F22-A01B-B9E23CC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Dispatch decisions hide carbon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2CAF2-18D3-480E-9C2E-AF8827C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Operations teams optimize availability and time while sustainability teams measure emissions after the fact.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8C868-7267-46F0-995B-462AF1DE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C551F-19E1-4218-B5DD-8920A192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4E3B"/>
                </a:solidFill>
                <a:latin typeface="Arial"/>
                <a:ea typeface="Arial"/>
                <a:cs typeface="Arial"/>
              </a:rPr>
              <a:t>Problem worth solving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7571A-54BC-41FA-B72E-62ACDAF7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F018E-B695-49B9-9BAD-D0F8578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E1E2A-3B96-4154-9927-8E42077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Operational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469AF-40F8-4356-BE67-E4734A6A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Manual planning creates extra trips and duplicated stops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Idle time and partial loads raise avoidable cost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Disruption response depends on planner intuition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85CFA-3414-4B85-9BAD-1579D8F3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6E999-5088-47D1-953B-645C8DB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4972D-D239-4A4B-802B-0BA6589D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Sustainability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8F826-E225-43E5-8462-C310C94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CO2e impact appears after execution, not before approval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assumptions sit across spreadsheets and reports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Teams lack a traceable baseline for each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8A582-D972-4F76-8B63-536BE28A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BDE01-045C-4D4B-B45B-8927504A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C2363-B15A-4CE7-B6A7-3038192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Who feels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B41AA-675B-4F42-BB9F-70D068C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Dispatch planners need feasible plans quickly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managers need better utilization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Sustainability teams need auditable impact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941A2-A170-4428-9847-50A3DEDC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72D85-2209-4410-AA9B-9EFC719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007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B2C08-1D34-48D3-9619-B69C2BA0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GreenDispatch AI makes carbon part of dispatch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2C3B7-EA56-4AFE-99B4-BABB7D9D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planner sees baseline, optimized, fuel-focused, distance-focused, and disruption-aware plans before approval.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383D0-E12A-4357-A010-3733AB40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7B723-02FB-455C-9469-61196E49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D33F8-918D-45EC-86F2-D9D09CD8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205FC-EE49-4116-9E63-FE63A954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Scenario input with editable jobs and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00B08-42A4-4714-8DF2-31A3F0C2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279C1-59CF-41E1-A562-CBBBEF77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1BFF9-9D51-476A-91CC-78DA3174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55802-A66D-4070-A67F-8EB712B2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Agents evaluate demand, emissions, constraints, and alternatives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AF7C6-D2E3-4D06-9E0B-23B3FA49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68A4D-3A3C-40AA-B286-BCE3E89C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D1448-1770-4E3B-BD55-984BFCF8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35ECF-F15E-44D7-B2F2-2B86D1B0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Dashboard compares plans using operational and CO2e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FAD10-58DE-438F-BAB8-A795A18E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0D17-7A04-4E78-B9F8-5ED4E923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4FAA6-D445-4DA8-918D-58531970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D4E3D-6B94-4698-8E06-76996A27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A52C4-B895-417C-A01E-D161EE21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Core design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6CE7E-21A6-42A0-9AB5-E86294A2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LLM agents reason over candidate plans when an OpenAI key is present.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Deterministic tools calculate emissions, constraints, route metrics, and deltas.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If the key is missing or the API fails, the demo still runs with local agent logic.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DD25B-6ACE-4688-8A7F-A7D560B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104CC-5A2B-4D48-9AF9-33091C32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6580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C424D-5762-4F48-A0A0-A197048B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Measured dispatch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42F36-EB1C-49DF-841A-AADA0EB6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Baseline versus agentic carbon-aware optimized scenario from the synthetic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22BCD-AF3A-4B7E-9625-0D542B29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F657B-BA38-430C-BE1E-408ADB8B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606DA-42BC-4FCB-A4B7-BA9AE472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1D298-6622-4F8F-8B57-865DFC4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trips consolidated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7427F-FB3C-44E2-9BD2-F8CAEBB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C6CAA-AFD5-4E28-8BE7-49C4D2EB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7D146-93A4-4C7D-B3DD-22A3BD13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53.60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47A57-3C87-4984-9634-554D4BC3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distance avoided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26793-343B-45BA-AFFA-33309DD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00787-A8DE-4AE9-90A8-18174F5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92B10-859C-45D8-A24F-D10C4115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8.18 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45EAE-B708-401E-8B04-3C6DB28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 saved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2A5CF-53D6-4E21-85BD-0BB4DD7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F8B13-1848-4070-8984-7D02A983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615F5-8744-4ED6-802E-FA434F3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18.50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96C0E-4037-4209-88BC-F05ADF17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CO2e avoided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B6A34-D9CB-41A3-A36E-66AA9755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17526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83C1A-3666-4884-BE6A-362E7AEF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832C5-EC6B-4A3A-A96E-55C60A37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097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74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F0450-A737-42DC-BD09-0F3126E4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050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idle time reduced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1143000" y="3257550"/>
          <a:ext xmlns:a="http://schemas.openxmlformats.org/drawingml/2006/main" cx="93345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c9023badaa4e5b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E6520-EAEF-4811-8B1A-980DB7D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Reduction percentage by 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2DBEB-389C-41B7-A1D1-F4B2241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F967E-B8B3-46CA-82A1-401BB9C8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287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8D9E0-D842-47B7-A20D-2E50E630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Agentic workflow with auditable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C83D3-E455-4B4C-9DA3-903852C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system separates reasoning from calculations so judges can inspect every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74AD1-47E9-45B1-AEC1-55D41D41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35433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52E16"/>
          </a:solidFill>
          <a:ln xmlns:a="http://schemas.openxmlformats.org/drawingml/2006/main" w="0">
            <a:solidFill>
              <a:srgbClr val="052E1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E820D-8404-481E-AA99-31DF9ED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620D2-3D4D-4BA6-B5AA-8EE8315F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8DADC-8479-40A6-80C8-BEA7A25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44FB9-EAA5-4580-94A8-1E086169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EF53F-3011-465B-98CE-E5EFA1D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Demand and priority pressure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D8463-8483-45A1-A3BD-C45E036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5D695-EEF0-45CE-A406-E6218F17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2296E-8DF2-4FFC-A890-7CC6CE18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Carbon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A2317-26F1-4B65-AD1D-4537D83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Fuel, energy, CO2e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C410F-50FB-4088-A6EF-38B00A3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34C36-C9E8-4BA4-B68B-5671A6E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B51DC-15C6-4012-8DA1-B7B4787B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48BDA-18CA-4F0D-9D16-1E9E6F30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Candidate route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BF90B-AF52-468F-BBE1-5420C2D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75B3A-7198-4F9C-8D85-67EA3A04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F98B8-C82E-4243-8A21-A63D263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C9358-A78B-46B8-AB0D-46D6F6A7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Capacity, SLA,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5506B-5DA2-414D-B10F-2055AF03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1A0F1-DE8B-4C0F-9140-B12FFEB2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461FC-5BFF-4B54-AF26-79A974D9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A95BA-9153-431B-83D2-FFEB45D2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Disruption and replanning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06A85-6C3B-4CD7-91F5-19C44B3F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57800"/>
            <a:ext cx="8039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15F65B-A400-404A-8A62-76D58AA6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Deterministic calculators handle emissions, metrics, constraints, comparison, and plan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59859-3E43-4E67-B579-59B15F62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7ED2B-4520-4F67-B24E-DA1A6B71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8040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A2FFC-D201-4284-B854-A23D1D67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Hybrid execution keeps the demo robust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D995C-4345-4509-A154-DAFA8A7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Live LLM agents run when credentials exist; deterministic fallback keeps the app runnable for judges.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11C5F-2E36-4273-8E0B-9DB4A96E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84D47-1DF6-4EF8-AEC7-CF3DA592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06ED7-CF15-4DB0-B06B-55047374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Live OpenAI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E0627-FF74-4A41-BE92-5A6E52DF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Triggered from Run optimization when OPENAI_API_KEY is present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Reusable prompt evaluates jobs, vehicles, plans, metrics, and constraints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Dashboard records input, output, and total tokens from API usage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A53B2-4477-4B26-A262-3020073E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C6A45-F77B-4F30-9F8E-CA64523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778D4-71FE-47F0-9105-46C01E87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Fallback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11DDF-789E-4E86-8908-754DBDA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Runs without private systems or external credentials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Keeps all emissions and constraint calculations local and testable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Reports zero actual LLM tokens and explains the fallback 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A3900-A537-415A-A90E-340C0D83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8420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B377A-B49F-495E-850B-6F8E8EBF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The model reasons. The calculators prove.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CE028-B2AD-4B5D-946D-6B303223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74AD2-1FFA-45A9-9A2D-62B54C82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0353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7C30D-B510-4740-9305-9F9BFA00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demo shows the agent running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DCE52-F26F-4940-9473-FC34072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3 to 5 minute walkthrough can cover baseline, optimization, trace, approval, disruption, and summary.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4D4CF-4150-4728-B692-B41E56ED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5EDC3-DA66-49C3-973F-7FBF3804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02FC4-C36D-49C9-B1E0-E879765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3D2F1-10CD-441A-B2A6-E8C1358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6B0EE-1C9F-4114-938D-EC8F945F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Show 6 manual-style routes and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0F6F4-7466-4101-A704-B2B016B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E1490-26D9-42B8-9670-DC99F05B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9BA5A-B0CD-4A30-9003-91FE9E1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55415-EDE5-45E9-BFAE-E5E33BEC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B087A-A95B-467D-B16F-5BA4439D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Run selected scenario and compare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20DD2-48AA-4624-A78A-F5FAD671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740AF-1E2B-4355-90E6-5FF7CAC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16F2F-3814-4455-A03B-CE9D8F87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4A02F-C414-4A21-870B-2CCC8D40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29EFC-3AFB-430C-A35B-D5869A64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Inspect each agent output and tool used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EAD47-F570-42E0-A6AA-CEC169AD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A8714-7CB4-4B41-900D-8B96287A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27983-85CC-44FE-B179-B10274DC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2B36C-C94E-44D6-92F1-4866CABC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9B2F7-2F67-4344-9C42-91AD9D66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92A3F-B0BB-4B86-8ADA-D18419C4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40F5C-4BC8-43A0-A7A4-FABEE883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49F70-BA07-4A30-B016-7EAD75E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4F4837-9B48-43CA-B09D-AA1C2F2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Disruption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90AE1-E44C-4A71-A8B0-67F20BED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Vehicle unavailable event triggers reoptimization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AEADAB-705F-4B17-A99B-B15A9FB4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E6AC0-39BB-4CCA-AE5B-0B14AA4F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5520D-D3C2-4FF2-954B-A34309E4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43FB5-4940-4519-9991-795D8D45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124A8-5DD9-4E6F-81AE-4A0E7123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Download decision summary and audit trail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8091C2-0E9E-4A37-9DD1-12FC23D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Judges see working software, not only slides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A71211-4212-4C46-B5B7-74E3537D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0A4EFB-9FAC-4BEA-8F57-B87991F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1205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7FC86-1230-4680-8B01-D72B3225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Built for hackathon-safe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8C739-F1D1-4C0B-8B2A-0B82D16A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PoC keeps data synthetic, decisions auditable, and outputs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4D21B-865B-4F20-8C3E-7F89B5EC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89631-2FBF-4BFC-859E-CE7C6343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71650-BF4C-40C0-9EF4-61ACEA08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Safe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2BEE4-057F-4697-8DBA-45AFBF71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Synthetic jobs, vehicles, locations, emissions factors, and route plans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No customer code, confidential data, personal data, or client branding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Source dataset stays read-only during optimization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54A6D-B594-4BB2-B6A6-DEBBBDD8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8FC5D-7E1E-4189-93B2-9F1FC0F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23F81-F3EA-4BE3-97B7-57321F2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44737-AFF1-4847-A77B-288DB8B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Every run writes structured JSON artifacts under outputs/runs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Agent trace records role, tool used, output, rationale, and status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Approval audit captures approve, reject, or revision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74210-3006-41AB-BA25-3672FC43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D887E-F1FE-4588-89FA-B2AF0219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C3DEB-B517-4A3C-93EF-EEB81669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A2CF7-7F00-4106-BEA7-FECD318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Human approval required before final dispatch recommendation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Capacity, SLA, availability, priority, and disruption constraints are visible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Known limitations are declared in README and assumptions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4D7EA-C9EB-423D-BA01-B31D7CF7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DA616-7278-4F46-ABA5-154A843B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42873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4B13B-8C7E-4814-B59A-521C639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Roadmap from PoC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9DD01-A4EC-4586-99D9-42924B48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current version proves the decision workflow; the next steps connect it to real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2B657-5917-4539-AE42-8A2FC9BE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5F790-A32B-4D2E-9BB0-158EB7C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A4A0E-1CC1-4925-8AF8-6C2A703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Next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631CC-1359-460A-ACD3-4853A64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map-provider route distance refresh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Import telematics fuel and idle data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Save scenario versions for demo replay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07ECE-82A0-47B1-9A8B-DB6D5C62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3BAD7-5410-463F-96E5-23D4DF32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2B438-56A8-49E6-A84D-B53301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8E16E-F6C3-47A3-A739-4D1E836C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Connect dispatch or field-service systems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OR-Tools route solving after heuristic workflow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Compare against real historical dispatch plans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7963-03AC-46F1-8C1E-72FA79A6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52531-9295-4E8A-B6C2-2B5CB2CC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EE2F6-0646-46A2-A587-C5F91B57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BA1AD-54CD-4F6A-9CE8-AB8C068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Role-based approvals and audit integration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Regional emission factor libraries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Cumulative sustainability reporting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490D1-557A-49CA-94EF-484628B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product path is clear: replace assumptions with measured fleet data while preserving traceability.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A0124-CCD0-46D1-8D33-87D1D0E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2F77E-BB47-499B-A8E2-D9C01BEC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2084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EB7FF-0D75-4977-AEA9-E0535D43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GreenDispatch AI fits the judging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52123-AC9B-4579-9FE5-2FAC5A79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89CA3-9C84-435A-8436-BF1B837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52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Sustainability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1A0DF-2916-4013-8F8E-3382DD0B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525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CO2e, distance, fuel, idle time, and planning time deltas are quantified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4E487-31C5-439C-85CF-1A9219D2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0A535-0919-458E-AFE6-F2A788D8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64822-7400-4F43-99F1-C3AB4E9C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coordinates specialized agents, tools, constraints, and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81ED2-E7FA-4D6F-A7F3-0E74CB3D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FE55A-2C7F-41D4-AEFC-54667866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 sustainability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72432-811E-474B-AF49-4547824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token usage is measured; fallback records zero actual LLM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EA8DC-D4FF-46A9-BE01-5A7CFF05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D4D97-2672-46C5-8E0E-FC3043B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Demo 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4A6A8-FDBE-4222-9F81-017CD3AA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957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Streamlit app shows the agent running in a 3 to 5 minute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4705F-FC8C-4751-8EC4-7D2DBA70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658A2-BB9E-47A2-89FD-4E2FDBD2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B8470-36C7-4422-8FCA-A0C1F11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Carbon-aware dispatch moves sustainability into the operational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60E85-9E69-4AA4-A1E8-381C7AEA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DE6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E68A"/>
                </a:solidFill>
                <a:latin typeface="Arial"/>
                <a:ea typeface="Arial"/>
                <a:cs typeface="Arial"/>
              </a:rPr>
              <a:t>GreenDispatch AI makes sustainability measurable at the moment dispatch decisions are made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306A9-B39A-4BFB-A808-68A1C951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10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</p:spTree>
    <p:extLst>
      <p:ext uri="{BB962C8B-B14F-4D97-AF65-F5344CB8AC3E}">
        <p14:creationId xmlns:p14="http://schemas.microsoft.com/office/powerpoint/2010/main" val="90674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2026-10-02T12:11:25.3530000Z</dcterms:created>
  <dcterms:modified xsi:type="dcterms:W3CDTF">2026-10-02T12:11:25.3530000Z</dcterms:modified>
</coreProperties>
</file>